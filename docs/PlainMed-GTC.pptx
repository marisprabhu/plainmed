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holding a paper lab report. 'My mother got one of these and Googled her way to a cancer scare over a value that was fine.' Then: watch.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minutes with a doctor. A document they cannot read about a body they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goes here: phone, photo, review screen, explanation. Roughly 1.3 seconds for OCR.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moment: feed it a statement with a wrong number and a diagnosis, and show the validator dropping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scripts/deident_check.py live here. 0.36 seconds, 14 identifier categories withheld, clinical content preserved.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novel contribution: using a multimodal medical model as an independent verifier rather than as a generator of 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our own measurements on Colab's free T4, not estimates. The 121s is the naive path; that is the point. Ask is GPU access to measure the TensorRT-LLM 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India is also a cheaper compliance path than the US or EU: no BAA regime, health data has no special category, and cross-border transfer is permissive.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three checks live. Then note the model numbers are ours, from a free Colab T4 - reproducible from the notebook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ask. Do not keep talking after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3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554480"/>
            <a:ext cx="5120640" cy="5120640"/>
          </a:xfrm>
          <a:prstGeom prst="ellipse">
            <a:avLst/>
          </a:prstGeom>
          <a:solidFill>
            <a:srgbClr val="1565C0">
              <a:alpha val="24000"/>
            </a:srgbClr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206240"/>
            <a:ext cx="2926080" cy="2926080"/>
          </a:xfrm>
          <a:prstGeom prst="ellipse">
            <a:avLst/>
          </a:prstGeom>
          <a:solidFill>
            <a:srgbClr val="5FA8F5">
              <a:alpha val="12000"/>
            </a:srgbClr>
          </a:solidFill>
          <a:ln w="12700">
            <a:solidFill>
              <a:srgbClr val="5FA8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8288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PlainMed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632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reports. Private by design.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033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9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photographs a lab report and gets back an explanation where every sentence points at the line that supports it — and the AI never learns who they are.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864608"/>
            <a:ext cx="457200" cy="256032"/>
          </a:xfrm>
          <a:prstGeom prst="roundRect">
            <a:avLst>
              <a:gd name="adj" fmla="val 25000"/>
            </a:avLst>
          </a:prstGeom>
          <a:solidFill>
            <a:srgbClr val="5FA8F5"/>
          </a:solidFill>
          <a:ln w="6350">
            <a:solidFill>
              <a:srgbClr val="5FA8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8646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389888" y="4864608"/>
            <a:ext cx="457200" cy="256032"/>
          </a:xfrm>
          <a:prstGeom prst="roundRect">
            <a:avLst>
              <a:gd name="adj" fmla="val 25000"/>
            </a:avLst>
          </a:prstGeom>
          <a:solidFill>
            <a:srgbClr val="5FA8F5"/>
          </a:solidFill>
          <a:ln w="6350">
            <a:solidFill>
              <a:srgbClr val="5FA8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89888" y="48646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56816" y="4864608"/>
            <a:ext cx="457200" cy="256032"/>
          </a:xfrm>
          <a:prstGeom prst="roundRect">
            <a:avLst>
              <a:gd name="adj" fmla="val 25000"/>
            </a:avLst>
          </a:prstGeom>
          <a:solidFill>
            <a:srgbClr val="5FA8F5"/>
          </a:solidFill>
          <a:ln w="6350">
            <a:solidFill>
              <a:srgbClr val="5FA8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56816" y="48646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48646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9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traceable to a line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8978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Google MedGemma  ·  Served with NVIDIA TensorRT-LLM  ·  Launching India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3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patient can read every word and understand nothing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95728"/>
            <a:ext cx="493776" cy="493776"/>
          </a:xfrm>
          <a:prstGeom prst="ellipse">
            <a:avLst/>
          </a:prstGeom>
          <a:solidFill>
            <a:srgbClr val="C2670A"/>
          </a:solidFill>
          <a:ln w="12700">
            <a:solidFill>
              <a:srgbClr val="C2670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3957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2724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web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56616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strip away the context of this report — this value, this range, this lab. The worst-case reading wins the click.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89120" y="210312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395728"/>
            <a:ext cx="493776" cy="493776"/>
          </a:xfrm>
          <a:prstGeom prst="ellipse">
            <a:avLst/>
          </a:prstGeom>
          <a:solidFill>
            <a:srgbClr val="C2670A"/>
          </a:solidFill>
          <a:ln w="12700">
            <a:solidFill>
              <a:srgbClr val="C2670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23957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2724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to a chatbot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56616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sensitive document a person owns leaves their device, is cached, and may train a model.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38160" y="2103120"/>
            <a:ext cx="3383280" cy="2743200"/>
          </a:xfrm>
          <a:prstGeom prst="roundRect">
            <a:avLst>
              <a:gd name="adj" fmla="val 1667"/>
            </a:avLst>
          </a:prstGeom>
          <a:solidFill>
            <a:srgbClr val="17335E"/>
          </a:solidFill>
          <a:ln w="12700">
            <a:solidFill>
              <a:srgbClr val="17335E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412480" y="2395728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9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can do the one thing that matters: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34015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FA8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its source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97764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9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check an answer you cannot trace.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patients arrive at appointments anxious about the wrong things — and without the questions that would actually help them.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3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Photograph it. Check it. Understand it.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51460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286000"/>
            <a:ext cx="457200" cy="45720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331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9718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 the paper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on any phone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15468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429000" y="2057400"/>
            <a:ext cx="251460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85032" y="2286000"/>
            <a:ext cx="457200" cy="45720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8503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2331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685032" y="29718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exactly what was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read. Correct anything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217920" y="2057400"/>
            <a:ext cx="251460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3952" y="2286000"/>
            <a:ext cx="457200" cy="45720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395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2331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29718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language, every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source-linked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9006840" y="2057400"/>
            <a:ext cx="251460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262872" y="2286000"/>
            <a:ext cx="457200" cy="45720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6287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9829800" y="2331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262872" y="29718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take to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clinician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617720"/>
            <a:ext cx="10881360" cy="1417320"/>
          </a:xfrm>
          <a:prstGeom prst="roundRect">
            <a:avLst>
              <a:gd name="adj" fmla="val 3226"/>
            </a:avLst>
          </a:prstGeom>
          <a:solidFill>
            <a:srgbClr val="17335E"/>
          </a:solidFill>
          <a:ln w="12700">
            <a:solidFill>
              <a:srgbClr val="17335E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14400" y="482803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explained until a person confirms what was read.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521208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A9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tells you the OCR was sure. It does not tell you it was right — so the review step is mandatory, not conditional. It is also where a misread digit gets caught by the one person who can see the paper.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33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generated 13.5 is indistinguishable from a hallucinated 13.5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language model is never allowed to produce one.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3429000" cy="2971800"/>
          </a:xfrm>
          <a:prstGeom prst="roundRect">
            <a:avLst>
              <a:gd name="adj" fmla="val 1846"/>
            </a:avLst>
          </a:prstGeom>
          <a:solidFill>
            <a:srgbClr val="1E4272"/>
          </a:solidFill>
          <a:ln w="12700">
            <a:solidFill>
              <a:srgbClr val="2C559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48716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5FA8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Parser owns the numbers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310128"/>
            <a:ext cx="2907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value, unit, range and flag is extracted deterministically. Reproducible, unit-tested, and incapable of inventing a digit.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61688" y="2240280"/>
            <a:ext cx="3429000" cy="2971800"/>
          </a:xfrm>
          <a:prstGeom prst="roundRect">
            <a:avLst>
              <a:gd name="adj" fmla="val 1846"/>
            </a:avLst>
          </a:prstGeom>
          <a:solidFill>
            <a:srgbClr val="1E4272"/>
          </a:solidFill>
          <a:ln w="12700">
            <a:solidFill>
              <a:srgbClr val="2C55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6008" y="248716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5FA8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owns the prose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3310128"/>
            <a:ext cx="2907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MedGemma writes the explanation around values that were already extracted. It can improve how this reads. It cannot change what it says.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83296" y="2240280"/>
            <a:ext cx="3429000" cy="2971800"/>
          </a:xfrm>
          <a:prstGeom prst="roundRect">
            <a:avLst>
              <a:gd name="adj" fmla="val 1846"/>
            </a:avLst>
          </a:prstGeom>
          <a:solidFill>
            <a:srgbClr val="1E4272"/>
          </a:solidFill>
          <a:ln w="12700">
            <a:solidFill>
              <a:srgbClr val="2C559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7616" y="248716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FCD3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Validator owns the truth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357616" y="3310128"/>
            <a:ext cx="2907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line must exist. Every number must appear in it. No diagnosis, no treatment advice, no reassurance.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see hallucination demos constantly. PlainMed demonstrates catching one — live, on stage.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3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GPU never learns who the patient is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91056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GPU marketplaces will not sign healthcare data agreements. So we made the GPU not handle patient data at all.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1208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5C6B82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2313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TIER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694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· handles identifiable data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9718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3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decode  →  OCR  →  parse  →  de-identify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4015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burden lives here — and it is the cheap tier to run.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65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~$0.03/hr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4526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only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0" y="2148840"/>
            <a:ext cx="466344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132320" y="2267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TIER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56946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· no identifiers, no BAA needed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132320" y="297180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Glucose 108 mg/dL (ref 70-99) [H]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340156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name, no DOB, no record number. Verified in CI against 14 identifier categories.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65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$0.17/hr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4983480"/>
            <a:ext cx="10881360" cy="1051560"/>
          </a:xfrm>
          <a:prstGeom prst="roundRect">
            <a:avLst>
              <a:gd name="adj" fmla="val 4348"/>
            </a:avLst>
          </a:prstGeom>
          <a:solidFill>
            <a:srgbClr val="17335E"/>
          </a:solidFill>
          <a:ln w="12700">
            <a:solidFill>
              <a:srgbClr val="17335E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4400" y="519379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tier that is expensive to comply with is CPU-cheap. The tier that is expensive to run carries no compliance burden.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555955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De-identification is an allowlist, not a scrubber: the text is rebuilt from parsed fields, so a line containing a name never had a path through.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3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MedGemma, used as a second reader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91056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build hands the photo to MedGemma and deletes the OCR pipeline. We deliberately did not.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3063240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 w="12700">
            <a:solidFill>
              <a:srgbClr val="4285F4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24231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MedGemma 1.5 4B gives us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32688" y="2999232"/>
            <a:ext cx="146304" cy="146304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07008" y="291693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weights — runs on hardware we control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32688" y="3456432"/>
            <a:ext cx="146304" cy="146304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07008" y="337413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Medically tuned, with document understanding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2688" y="3913632"/>
            <a:ext cx="146304" cy="146304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07008" y="383133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Multimodal: a vision encoder that reads the page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32688" y="4370832"/>
            <a:ext cx="146304" cy="146304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07008" y="428853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128K context, and a 4B size that fits cheap GPUs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2194560"/>
            <a:ext cx="5349240" cy="3063240"/>
          </a:xfrm>
          <a:prstGeom prst="roundRect">
            <a:avLst>
              <a:gd name="adj" fmla="val 1493"/>
            </a:avLst>
          </a:prstGeom>
          <a:solidFill>
            <a:srgbClr val="17335E"/>
          </a:solidFill>
          <a:ln w="12700">
            <a:solidFill>
              <a:srgbClr val="17335E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46520" y="24231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use the vision encoder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88036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the same photo independently — a second radiologist, not a replacement for the first.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65760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Readers agree  →  real confidence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402336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Readers differ  →  a human is asked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5262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A9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 raise a question. It can never overwrite an answer.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weights are used under Google's Health AI Developer Foundations terms.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33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measured the naive baseline. It is the argument.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91056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9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MedGemma 1.5 4B, measured on a T4 with HuggingFace transformers and bitsandbytes NF4 — deliberately the unoptimised path.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257800" cy="1298448"/>
          </a:xfrm>
          <a:prstGeom prst="roundRect">
            <a:avLst>
              <a:gd name="adj" fmla="val 4225"/>
            </a:avLst>
          </a:prstGeom>
          <a:solidFill>
            <a:srgbClr val="1E4272"/>
          </a:solidFill>
          <a:ln w="12700">
            <a:solidFill>
              <a:srgbClr val="76B9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38658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3.23 GB peak — measured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74320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MedGemma 4B at NF4. Fits a 16 GB commodity card with headroom to spare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2240280"/>
            <a:ext cx="5257800" cy="1298448"/>
          </a:xfrm>
          <a:prstGeom prst="roundRect">
            <a:avLst>
              <a:gd name="adj" fmla="val 4225"/>
            </a:avLst>
          </a:prstGeom>
          <a:solidFill>
            <a:srgbClr val="1E4272"/>
          </a:solidFill>
          <a:ln w="12700">
            <a:solidFill>
              <a:srgbClr val="76B9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238658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 s per report — measured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74320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T4 with naive HF serving. Turing has no native 4-bit kernel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721608"/>
            <a:ext cx="5257800" cy="1298448"/>
          </a:xfrm>
          <a:prstGeom prst="roundRect">
            <a:avLst>
              <a:gd name="adj" fmla="val 4225"/>
            </a:avLst>
          </a:prstGeom>
          <a:solidFill>
            <a:srgbClr val="1E4272"/>
          </a:solidFill>
          <a:ln w="12700">
            <a:solidFill>
              <a:srgbClr val="76B9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86791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that is reasoning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22452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MedGemma emits a thinking trace we cannot disable on this runtime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3721608"/>
            <a:ext cx="5257800" cy="1298448"/>
          </a:xfrm>
          <a:prstGeom prst="roundRect">
            <a:avLst>
              <a:gd name="adj" fmla="val 4225"/>
            </a:avLst>
          </a:prstGeom>
          <a:solidFill>
            <a:srgbClr val="1E4272"/>
          </a:solidFill>
          <a:ln w="12700">
            <a:solidFill>
              <a:srgbClr val="76B9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386791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what NIM closes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422452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TensorRT-LLM: FP8, XQA, paged attention. Built and configured, not yet measured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4762"/>
            </a:avLst>
          </a:prstGeom>
          <a:solidFill>
            <a:srgbClr val="14503F"/>
          </a:solidFill>
          <a:ln w="12700">
            <a:solidFill>
              <a:srgbClr val="5FA8F5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14400" y="55778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3.23 GB is the number that matters: it puts MedGemma on the cheap GPU our architecture already keeps patient data away from.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LAUNCH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3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 first, in the language the patient actually reads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51460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59536" y="2194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65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$20.5B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798064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diagnostics market, 2026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2057400"/>
            <a:ext cx="251460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48456" y="2194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65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2.5B+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648456" y="2798064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tests/year projected by 2031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2057400"/>
            <a:ext cx="251460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37376" y="2194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65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56%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437376" y="2798064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that is pathology — our input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06840" y="2057400"/>
            <a:ext cx="251460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26296" y="2194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65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→ 10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2798064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English + Hindi today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94760"/>
            <a:ext cx="5349240" cy="2212848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" y="40050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is a legal requirement, not a feature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3891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DPDP Act requires the consent notice in English or an Eighth Schedule language. A patient who cannot read the notice cannot consent to it.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5230368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Shipping: English, हिन्दी  →  Tamil, Telugu, Bengali, Marathi, Gujarati, Kannada, Malayalam, Punjabi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72200" y="3794760"/>
            <a:ext cx="5349240" cy="2212848"/>
          </a:xfrm>
          <a:prstGeom prst="roundRect">
            <a:avLst>
              <a:gd name="adj" fmla="val 2066"/>
            </a:avLst>
          </a:prstGeom>
          <a:solidFill>
            <a:srgbClr val="17335E"/>
          </a:solidFill>
          <a:ln w="12700">
            <a:solidFill>
              <a:srgbClr val="17335E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46520" y="40050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DPDP from the start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44439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720840" y="44439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Itemised notice before any processing (Rule 3)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46520" y="48280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720840" y="48280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withdrawal as easy as giving it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52120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20840" y="5212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Under-18 excluded and enforced in code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559612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720840" y="5596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stored, so nothing to breach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3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 of this is a claim. All of it is measured.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51460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59536" y="219456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65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149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8620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3172968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parser, validation,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OCR, security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29000" y="2057400"/>
            <a:ext cx="251460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48456" y="219456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65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3648456" y="28620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explained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48456" y="3172968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MedGemma on a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GPU, end to end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2057400"/>
            <a:ext cx="251460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37376" y="219456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65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23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37376" y="28620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rejected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3172968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accepted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06840" y="2057400"/>
            <a:ext cx="251460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77800" dist="25400" dir="5400000">
              <a:srgbClr val="0A1622">
                <a:alpha val="16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26296" y="219456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65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9226296" y="28620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 stored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226296" y="3172968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from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 app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4279392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279392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27939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33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offline_check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4279392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runs with every socket blocked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0241280" y="427939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0.55 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4882896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4882896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88289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33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retention_check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4882896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file written, no report content in any log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241280" y="488289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 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486400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" y="5486400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600200" y="548640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33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deident_check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4114800" y="5486400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identifier categories never reach the model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0241280" y="548640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0.36 s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33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023360" cy="4023360"/>
          </a:xfrm>
          <a:prstGeom prst="ellipse">
            <a:avLst/>
          </a:prstGeom>
          <a:solidFill>
            <a:srgbClr val="1565C0">
              <a:alpha val="22000"/>
            </a:srgbClr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234440"/>
            <a:ext cx="8595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Photograph the report.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 it. Own it.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7180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medical AI that shows its work, and never learns your name.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703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today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3703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to explanation on a GPU. 149 tests, 3 safety proofs green in CI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41655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ourselves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441655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3.23 GB peak, 121 s/report naive, 0 of 23 statements rejected — free Colab T4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12978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A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512978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access to measure the TensorRT-LLM half of that comparison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5943600"/>
            <a:ext cx="457200" cy="256032"/>
          </a:xfrm>
          <a:prstGeom prst="roundRect">
            <a:avLst>
              <a:gd name="adj" fmla="val 25000"/>
            </a:avLst>
          </a:prstGeom>
          <a:solidFill>
            <a:srgbClr val="5FA8F5"/>
          </a:solidFill>
          <a:ln w="6350">
            <a:solidFill>
              <a:srgbClr val="5FA8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59436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389888" y="5943600"/>
            <a:ext cx="457200" cy="256032"/>
          </a:xfrm>
          <a:prstGeom prst="roundRect">
            <a:avLst>
              <a:gd name="adj" fmla="val 25000"/>
            </a:avLst>
          </a:prstGeom>
          <a:solidFill>
            <a:srgbClr val="5FA8F5"/>
          </a:solidFill>
          <a:ln w="6350">
            <a:solidFill>
              <a:srgbClr val="5FA8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89888" y="59436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956816" y="5943600"/>
            <a:ext cx="457200" cy="256032"/>
          </a:xfrm>
          <a:prstGeom prst="roundRect">
            <a:avLst>
              <a:gd name="adj" fmla="val 25000"/>
            </a:avLst>
          </a:prstGeom>
          <a:solidFill>
            <a:srgbClr val="5FA8F5"/>
          </a:solidFill>
          <a:ln w="6350">
            <a:solidFill>
              <a:srgbClr val="5FA8F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56816" y="59436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5943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9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PlainMed  ·  clear reports, private by design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PlainMed - GTC</dc:title>
  <dc:subject>PptxGenJS Presentation</dc:subject>
  <dc:creator>PlainMed</dc:creator>
  <cp:lastModifiedBy>PlainMed</cp:lastModifiedBy>
  <cp:revision>1</cp:revision>
  <dcterms:created xsi:type="dcterms:W3CDTF">2026-08-31T11:34:43Z</dcterms:created>
  <dcterms:modified xsi:type="dcterms:W3CDTF">2026-08-31T11:34:43Z</dcterms:modified>
</cp:coreProperties>
</file>